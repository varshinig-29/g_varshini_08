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5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SECURECORP</a:t>
            </a:r>
          </a:p>
          <a:p>
            <a:pPr>
              <a:defRPr sz="3000">
                <a:solidFill>
                  <a:srgbClr val="82DCF5"/>
                </a:solidFill>
              </a:defRPr>
            </a:pPr>
            <a:r>
              <a:t>Cybersecurity Assessment Capstone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Junior Cybersecurity Consultant —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558"/>
                </a:solidFill>
              </a:defRPr>
            </a:pPr>
            <a:r>
              <a:t>1.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Controlled lab assessment covering discovery, application security, monitoring and risk.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Nmap confirmed a broad legacy attack surface.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DVWA access and Wazuh Cloud agent enrollment were verified.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No unsupported exploitation or compromise is claimed.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558"/>
                </a:solidFill>
              </a:defRPr>
            </a:pPr>
            <a:r>
              <a:t>2. Lab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Attacker/analyst: Ubuntu WSL 26.04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Target: Metasploitable2 + DVWA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Monitoring: Wazuh Cloud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Verified Wazuh agent: SecureCorp-WSL on WSL Ubuntu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Target-side Wazuh telemetry was not established.</a:t>
            </a:r>
          </a:p>
        </p:txBody>
      </p:sp>
      <p:pic>
        <p:nvPicPr>
          <p:cNvPr id="5" name="Picture 4" descr="image(20261007-16485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3000"/>
            <a:ext cx="56235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62636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866"/>
                </a:solidFill>
              </a:defRPr>
            </a:pPr>
            <a:r>
              <a:t>Wazuh Cloud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558"/>
                </a:solidFill>
              </a:defRPr>
            </a:pPr>
            <a:r>
              <a:t>3. Asset &amp; CIA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Primary assets: target VM, DVWA, WSL analyst, Wazuh Cloud, lab network and evidence.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Confidentiality and integrity are high for critical assets.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Availability is high for core systems and medium for supporting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558"/>
                </a:solidFill>
              </a:defRPr>
            </a:pPr>
            <a:r>
              <a:t>4. Nmap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17 exposed services were identified in the recorded scan.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Key examples: FTP 21, SSH 22, Telnet 23, HTTP 80.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High-risk legacy exposure includes Samba, NFS, MySQL, PostgreSQL, VNC and X11.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MySQL 3306 was exposed to the attacker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558"/>
                </a:solidFill>
              </a:defRPr>
            </a:pPr>
            <a:r>
              <a:t>5. DVWA Application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DVWA access was successfully verified.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Required modules: Brute Force, SQL Injection, XSS and Command Injection.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Successful exploitation was not claimed without evidence.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This keeps the report technically defensible.</a:t>
            </a:r>
          </a:p>
        </p:txBody>
      </p:sp>
      <p:pic>
        <p:nvPicPr>
          <p:cNvPr id="5" name="Picture 4" descr="image(20261007-17245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3000"/>
            <a:ext cx="56235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62636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866"/>
                </a:solidFill>
              </a:defRPr>
            </a:pPr>
            <a:r>
              <a:t>Lab/target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558"/>
                </a:solidFill>
              </a:defRPr>
            </a:pPr>
            <a:r>
              <a:t>6. Wazuh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SecureCorp-Capstone Wazuh environment created.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Linux agent deployed successfully.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Dashboard showed SecureCorp-WSL as Active.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Local agent state reported connected.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Target-side attack detection remains not visible in captured evidence.</a:t>
            </a:r>
          </a:p>
        </p:txBody>
      </p:sp>
      <p:pic>
        <p:nvPicPr>
          <p:cNvPr id="5" name="Picture 4" descr="image(20261007-17142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3000"/>
            <a:ext cx="56235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62636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866"/>
                </a:solidFill>
              </a:defRPr>
            </a:pPr>
            <a:r>
              <a:t>Active agent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558"/>
                </a:solidFill>
              </a:defRPr>
            </a:pPr>
            <a:r>
              <a:t>7.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Critical: command injection risk in vulnerable web applications.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High: legacy exposed services and authentication surfaces.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High: exposed database services.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High: remote administration services such as Telnet/VNC/X11.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High: insufficient target-side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558"/>
                </a:solidFill>
              </a:defRPr>
            </a:pPr>
            <a:r>
              <a:t>8. Key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Restrict inbound services with firewall/network segmentation.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Remove or isolate Telnet, VNC, X11 and unnecessary FTP/RPC/NFS.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Patch/replace obsolete software.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Use strong passwords, lockout/rate limiting and MFA where supported.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Install target-side Wazuh and ingest Linux + Apache/DVWA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558"/>
                </a:solidFill>
              </a:defRPr>
            </a:pPr>
            <a:r>
              <a:t>9. Incident &amp; Detection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No confirmed compromise is asserted.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Automatic detection is claimed only when an actual alert is evidenced.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Target-side telemetry must be established before claiming Week 2 attack detection.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Replay attacks with timestamps, source IP, evidence and Wazuh rule references.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558"/>
                </a:solidFill>
              </a:defRPr>
            </a:pPr>
            <a:r>
              <a:t>10. Final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PDF final assessment report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DOCX editable report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PowerPoint presentation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Evidence screenshots embedded in the report</a:t>
            </a:r>
          </a:p>
          <a:p>
            <a:pPr>
              <a:spcAft>
                <a:spcPts val="1200"/>
              </a:spcAft>
              <a:defRPr sz="1800">
                <a:solidFill>
                  <a:srgbClr val="4B5866"/>
                </a:solidFill>
              </a:defRPr>
            </a:pPr>
            <a:r>
              <a:t>Evidence-based status: completed items are verified; missing practical evidence is explicitly marked Not 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